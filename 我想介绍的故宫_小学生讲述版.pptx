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！今天我想向大家介绍故宫。以前一提到故宫，我就想到红墙和黄色的屋顶。查了资料我才知道，它不光很大、很漂亮，还有许多有趣的故事。它的屋顶上站着小兽，收藏的钟表里还有会动的小象。接下来，就让我讲给大家听吧！</a:t>
            </a:r>
          </a:p>
          <a:p>
            <a:r>
              <a:t>图片说明：太和殿正面实景</a:t>
            </a:r>
          </a:p>
          <a:p>
            <a:r>
              <a:t>图片来源：https://img.dpm.org.cn/Uploads/Picture/2019/12/31/s5e0a95c8c2815.jpg</a:t>
            </a:r>
          </a:p>
          <a:p>
            <a:r>
              <a:t>知识参考：https://www.dpm.org.cn/about/about_view.html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宫在北京，也叫紫禁城。它在1420年建成，到现在已经六百多岁了！它南北长961米，接近1千米。我觉得，这可真是一座超级大的院子。照片里这座漂亮的建筑叫角楼，城墙的四个角各有一座。古时候没有我们现在这么多机器，工匠们却能建出这么大的宫城，真了不起。</a:t>
            </a:r>
          </a:p>
          <a:p/>
          <a:p>
            <a:r>
              <a:t>图片说明：角楼与护城河实景</a:t>
            </a:r>
          </a:p>
          <a:p>
            <a:r>
              <a:t>图片来源：https://img.dpm.org.cn/Uploads/Picture/2020/04/20/s5e9d3ef250ba9.jpg</a:t>
            </a:r>
          </a:p>
          <a:p>
            <a:r>
              <a:t>知识参考：https://www.dpm.org.cn/explore/buildings.html；https://www.dpm.org.cn/about/about_view.html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宫里有好多宫殿，我先介绍最有气势的一座——太和殿。它和中和殿、保和殿合称前三殿。皇帝登基等重大典礼曾经在太和殿举行。它不是皇帝每天都去办公的地方。大家看，它建在高高的台基上，层层栏杆围在周围，看起来特别庄重。</a:t>
            </a:r>
          </a:p>
          <a:p/>
          <a:p>
            <a:r>
              <a:t>图片说明：太和殿与三层台基实景</a:t>
            </a:r>
          </a:p>
          <a:p>
            <a:r>
              <a:t>图片来源：https://img.dpm.org.cn/Uploads/Picture/2020/04/17/s5e99275d2689f.jpg</a:t>
            </a:r>
          </a:p>
          <a:p>
            <a:r>
              <a:t>知识参考：https://www.dpm.org.cn/explore/building/236465.html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太和殿还有一个细节，我觉得特别有趣。请看屋顶边上，那里排着一支小队伍。最前面是骑凤仙人，后面跟着十只小兽，有龙、凤、狮子等。它们不只是装饰，也帮助固定屋脊。古人把实用的东西做得这么好看，连高高的屋顶都不马虎！</a:t>
            </a:r>
          </a:p>
          <a:p/>
          <a:p>
            <a:r>
              <a:t>图片说明：太和殿脊兽实景</a:t>
            </a:r>
          </a:p>
          <a:p>
            <a:r>
              <a:t>图片来源：https://img.dpm.org.cn/Uploads/Picture/dc/1612[1024].jpg</a:t>
            </a:r>
          </a:p>
          <a:p>
            <a:r>
              <a:t>知识参考：https://www.dpm.org.cn/explore/building/236465.html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刚才介绍的是举行大典的地方，现在来说说皇宫里的生活区。乾清宫、交泰殿和坤宁宫合称后三宫。照片里就是乾清宫，它曾经是皇帝居住、休息的寝宫。到了清朝雍正时期，皇帝搬到养心殿居住，乾清宫也有了不同的用途。原来，一座宫殿也会经历变化呀！</a:t>
            </a:r>
          </a:p>
          <a:p/>
          <a:p>
            <a:r>
              <a:t>图片说明：乾清宫正面实景</a:t>
            </a:r>
          </a:p>
          <a:p>
            <a:r>
              <a:t>图片来源：https://img.dpm.org.cn/Uploads/Picture/2020/04/17/s5e997affc5961.jpg</a:t>
            </a:r>
          </a:p>
          <a:p>
            <a:r>
              <a:t>知识参考：https://www.dpm.org.cn/explore/building/236472.html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宫不只有一座座大殿，它的北边还藏着一座御花园。这里有古树、山石，还有造型各不相同的亭子。照片里的这座叫千秋亭，它的屋顶一层层叠起来，很特别。我觉得，大殿像一首响亮的歌，花园就像一首安静的小诗。故宫既有庄严的一面，也有秀美的一面。</a:t>
            </a:r>
          </a:p>
          <a:p/>
          <a:p>
            <a:r>
              <a:t>图片说明：御花园千秋亭实景</a:t>
            </a:r>
          </a:p>
          <a:p>
            <a:r>
              <a:t>图片来源：https://img.dpm.org.cn/Uploads/Picture/2020/07/03/s5eff02d6c6a8b.jpg</a:t>
            </a:r>
          </a:p>
          <a:p>
            <a:r>
              <a:t>知识参考：https://www.dpm.org.cn/explore/building/236519.html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故宫有许多宝贝，我想介绍这一件——太平有象钟。它的全名比较长，叫铜镀金转柱太平有象钟，是清朝乾隆时期在广州制造的。它高85厘米，既能计时，也能表演。启动后，伴着音乐，钟上的一些装饰会转，里面小象的鼻子会卷动，尾巴也会摆动。原来，古代的工匠已经能做出这么巧妙的机械了！</a:t>
            </a:r>
          </a:p>
          <a:p/>
          <a:p>
            <a:r>
              <a:t>图片说明：铜镀金转柱太平有象钟｜清乾隆｜高85厘米</a:t>
            </a:r>
          </a:p>
          <a:p>
            <a:r>
              <a:t>图片来源：https://img.dpm.org.cn/Uploads/Picture/dc/334[1024].jpg</a:t>
            </a:r>
          </a:p>
          <a:p>
            <a:r>
              <a:t>知识参考：https://www.dpm.org.cn/collection/clock/234725.html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到这里，大家可能会问：以前的皇宫，怎么成了博物院呢？1925年10月10日，故宫博物院成立，更多人能够认识这里的建筑和文物。到了1987年，故宫被列入世界遗产名录。今天，它不只是讲述皇宫历史的地方，也是一座展示中华文化的宝库。</a:t>
            </a:r>
          </a:p>
          <a:p/>
          <a:p>
            <a:r>
              <a:t>图片说明：乾清宫内部实景｜“正大光明”匾</a:t>
            </a:r>
          </a:p>
          <a:p>
            <a:r>
              <a:t>图片来源：https://img.dpm.org.cn/Uploads/Picture/dc/1523[1024].jpg</a:t>
            </a:r>
          </a:p>
          <a:p>
            <a:r>
              <a:t>知识参考：https://www.dpm.org.cn/about/about_view.html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，我向大家介绍了故宫的宫殿、屋顶小兽、花园和太平有象钟。我最喜欢那座钟，因为它让我发现，古人的手艺和创造力真厉害。故宫能够留到今天，也离不开一代代人的修缮和保护。在我心里，故宫就像一本很大很大的故事书，里面写着中国人的智慧。我的介绍结束了，谢谢大家！</a:t>
            </a:r>
          </a:p>
          <a:p/>
          <a:p>
            <a:r>
              <a:t>图片说明：角楼与城墙实景</a:t>
            </a:r>
          </a:p>
          <a:p>
            <a:r>
              <a:t>图片来源：https://img.dpm.org.cn/Uploads/Picture/2020/04/20/s5e9d3f30d1324.jpg</a:t>
            </a:r>
          </a:p>
          <a:p>
            <a:r>
              <a:t>知识参考：https://www.dpm.org.cn/about/about_view.html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ihe4.jpg"/>
          <p:cNvPicPr>
            <a:picLocks noChangeAspect="1"/>
          </p:cNvPicPr>
          <p:nvPr/>
        </p:nvPicPr>
        <p:blipFill>
          <a:blip r:embed="rId2"/>
          <a:srcRect t="3675" b="3675"/>
          <a:stretch>
            <a:fillRect/>
          </a:stretch>
        </p:blipFill>
        <p:spPr>
          <a:xfrm>
            <a:off x="0" y="0"/>
            <a:ext cx="12191695" cy="4800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00600"/>
            <a:ext cx="12191695" cy="2057400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Noto Sans CJK SC"/>
              </a:defRPr>
            </a:pPr>
            <a:r>
              <a:t>我想介绍的故宫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88736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FFFFFF"/>
                </a:solidFill>
                <a:latin typeface="Noto Sans CJK SC"/>
              </a:defRPr>
            </a:pPr>
            <a:r>
              <a:t>一座六百多岁的宫城，藏着好多有趣的故事！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原来，故宫有这么大！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0.jpg"/>
          <p:cNvPicPr>
            <a:picLocks noChangeAspect="1"/>
          </p:cNvPicPr>
          <p:nvPr/>
        </p:nvPicPr>
        <p:blipFill>
          <a:blip r:embed="rId2"/>
          <a:srcRect t="2465" b="2465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它在北京，也叫紫禁城。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1420年建成，六百多岁了。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南北长961米，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差不多有1千米！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城墙四角，各有一座角楼。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这么大的宫城，真了不起！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角楼与护城河实景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这座大殿，真气派！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ihe2.jpg"/>
          <p:cNvPicPr>
            <a:picLocks noChangeAspect="1"/>
          </p:cNvPicPr>
          <p:nvPr/>
        </p:nvPicPr>
        <p:blipFill>
          <a:blip r:embed="rId2"/>
          <a:srcRect t="2465" b="2465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它叫太和殿，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是“前三殿”之一。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皇帝登基等重大典礼，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曾在这里举行。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我觉得，它就是大主角！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太和殿与三层台基实景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屋顶上，还有“小队伍”！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asts.jpg"/>
          <p:cNvPicPr>
            <a:picLocks noChangeAspect="1"/>
          </p:cNvPicPr>
          <p:nvPr/>
        </p:nvPicPr>
        <p:blipFill>
          <a:blip r:embed="rId2"/>
          <a:srcRect t="8767" b="8767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最前面是骑凤仙人。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后面跟着10只小兽，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有龙、凤、狮子……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它们也帮助固定屋脊。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小屋顶，藏着大智慧！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太和殿脊兽实景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皇宫里，也有生活区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ianqing0.jpg"/>
          <p:cNvPicPr>
            <a:picLocks noChangeAspect="1"/>
          </p:cNvPicPr>
          <p:nvPr/>
        </p:nvPicPr>
        <p:blipFill>
          <a:blip r:embed="rId2"/>
          <a:srcRect t="2465" b="2465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乾清宫、交泰殿、坤宁宫，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合称“后三宫”。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乾清宫曾是皇帝的寝宫，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后来，它的用途也变了。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原来，宫殿也有自己的故事！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乾清宫正面实景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故宫里，还藏着一座花园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rden.jpg"/>
          <p:cNvPicPr>
            <a:picLocks noChangeAspect="1"/>
          </p:cNvPicPr>
          <p:nvPr/>
        </p:nvPicPr>
        <p:blipFill>
          <a:blip r:embed="rId2"/>
          <a:srcRect t="2417" b="2417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这就是御花园。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这里有古树、山石和亭子。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照片中的亭子叫千秋亭，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屋顶一层层，很特别。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有大殿，也有花园，真丰富！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御花园千秋亭实景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这件宝贝，里面的小象会动！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o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62" y="1856231"/>
            <a:ext cx="3246834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它叫“太平有象钟”。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它能计时，还能奏乐。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启动后，小象的鼻子会动，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钟上的一些装饰也会转！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它像一座会表演的小钟楼！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铜镀金转柱太平有象钟｜清乾隆｜高85厘米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皇宫，后来变成了博物院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ianqing4.jpg"/>
          <p:cNvPicPr>
            <a:picLocks noChangeAspect="1"/>
          </p:cNvPicPr>
          <p:nvPr/>
        </p:nvPicPr>
        <p:blipFill>
          <a:blip r:embed="rId2"/>
          <a:srcRect t="8819" b="8819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1925年10月10日，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故宫博物院成立。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1987年，故宫被列入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《世界遗产名录》。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这是中华文化的大宝库！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乾清宫内部实景｜“正大光明”匾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D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746B5D"/>
                </a:solidFill>
                <a:latin typeface="Noto Sans CJK SC"/>
              </a:defRPr>
            </a:pPr>
            <a:r>
              <a:t>我想介绍的故宫  /  四年级主题分享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400" b="1">
                <a:solidFill>
                  <a:srgbClr val="9D302C"/>
                </a:solidFill>
                <a:latin typeface="Noto Sans CJK SC"/>
              </a:defRPr>
            </a:pPr>
            <a:r>
              <a:t>这就是我想介绍的故宫！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856231"/>
            <a:ext cx="6492240" cy="4114800"/>
          </a:xfrm>
          <a:prstGeom prst="rect">
            <a:avLst/>
          </a:prstGeom>
          <a:solidFill>
            <a:srgbClr val="EEE6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rner2.jpg"/>
          <p:cNvPicPr>
            <a:picLocks noChangeAspect="1"/>
          </p:cNvPicPr>
          <p:nvPr/>
        </p:nvPicPr>
        <p:blipFill>
          <a:blip r:embed="rId2"/>
          <a:srcRect l="5878" r="5878"/>
          <a:stretch>
            <a:fillRect/>
          </a:stretch>
        </p:blipFill>
        <p:spPr>
          <a:xfrm>
            <a:off x="594360" y="1856231"/>
            <a:ext cx="649224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2176272"/>
            <a:ext cx="4160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我记住了雄伟的宫殿，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有趣的屋顶小兽，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还有会表演的太平有象钟。</a:t>
            </a:r>
          </a:p>
          <a:p>
            <a:pPr>
              <a:spcAft>
                <a:spcPts val="1200"/>
              </a:spcAft>
              <a:defRPr sz="2600" b="0">
                <a:solidFill>
                  <a:srgbClr val="34332F"/>
                </a:solidFill>
                <a:latin typeface="Noto Sans CJK SC"/>
              </a:defRPr>
            </a:pPr>
            <a:r>
              <a:t>这些都让我为中华文化自豪！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5138928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500" b="1">
                <a:solidFill>
                  <a:srgbClr val="9D302C"/>
                </a:solidFill>
                <a:latin typeface="Noto Sans CJK SC"/>
              </a:defRPr>
            </a:pPr>
            <a:r>
              <a:t>故宫像一本装满智慧的故事书。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0167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746B5D"/>
                </a:solidFill>
                <a:latin typeface="Noto Sans CJK SC"/>
              </a:defRPr>
            </a:pPr>
            <a:r>
              <a:t>角楼与城墙实景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400800"/>
            <a:ext cx="10972800" cy="13716"/>
          </a:xfrm>
          <a:prstGeom prst="rect">
            <a:avLst/>
          </a:prstGeom>
          <a:solidFill>
            <a:srgbClr val="D7A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4922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746B5D"/>
                </a:solidFill>
                <a:latin typeface="Noto Sans CJK SC"/>
              </a:defRPr>
            </a:pPr>
            <a:r>
              <a:t>图片与知识来源：故宫博物院官网  |  详细链接见本页备注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55664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9D302C"/>
                </a:solidFill>
                <a:latin typeface="Noto Sans CJK S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